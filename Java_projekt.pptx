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3835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770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486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429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7400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049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199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7806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8448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3897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6375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7473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0868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2397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2821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2190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9534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5F736-B269-4E30-8251-6CCF0BA103DA}" type="datetimeFigureOut">
              <a:rPr lang="hu-HU" smtClean="0"/>
              <a:t>2026.10.09.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28175-0138-4518-9A95-23697537C9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07967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8553ED-7F18-460B-819B-78C8BB3D01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Java projekt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F068932-A26D-4B07-9E4D-C8BC63232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Koncz Balázs</a:t>
            </a:r>
            <a:br>
              <a:rPr lang="hu-HU" dirty="0"/>
            </a:br>
            <a:r>
              <a:rPr lang="hu-HU" dirty="0"/>
              <a:t>Zsuppos-Kovács Bence</a:t>
            </a:r>
          </a:p>
        </p:txBody>
      </p:sp>
    </p:spTree>
    <p:extLst>
      <p:ext uri="{BB962C8B-B14F-4D97-AF65-F5344CB8AC3E}">
        <p14:creationId xmlns:p14="http://schemas.microsoft.com/office/powerpoint/2010/main" val="205695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9DDB75-8A65-4878-9F5A-01B022BD4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21C0AAE-DE88-4FAB-A400-260CAD2D4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525" y="2294471"/>
            <a:ext cx="5288352" cy="3695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A projekt célja egy konzolos könyvtárkezelő program megvalósítása </a:t>
            </a:r>
            <a:r>
              <a:rPr lang="hu-HU" dirty="0" err="1"/>
              <a:t>Javaban</a:t>
            </a:r>
            <a:r>
              <a:rPr lang="hu-HU" dirty="0"/>
              <a:t>. A programmal különböző könyvek adatait lehet tárolni, illetve megjeleníteni és szűrni.</a:t>
            </a:r>
          </a:p>
          <a:p>
            <a:pPr marL="0" indent="0">
              <a:spcBef>
                <a:spcPts val="3000"/>
              </a:spcBef>
              <a:buNone/>
            </a:pPr>
            <a:r>
              <a:rPr lang="hu-HU" dirty="0"/>
              <a:t>	A könyvek tárolt adatai:</a:t>
            </a:r>
          </a:p>
          <a:p>
            <a:pPr lvl="3"/>
            <a:r>
              <a:rPr lang="hu-HU" sz="1600" dirty="0"/>
              <a:t>Cím és szerző</a:t>
            </a:r>
          </a:p>
          <a:p>
            <a:pPr lvl="3"/>
            <a:r>
              <a:rPr lang="hu-HU" sz="1600" dirty="0"/>
              <a:t>Műfaj és kiadási év</a:t>
            </a:r>
          </a:p>
          <a:p>
            <a:pPr lvl="3"/>
            <a:r>
              <a:rPr lang="hu-HU" sz="1600" dirty="0" err="1"/>
              <a:t>Kölcsönözhetőségi</a:t>
            </a:r>
            <a:r>
              <a:rPr lang="hu-HU" sz="1600" dirty="0"/>
              <a:t> állapot</a:t>
            </a:r>
            <a:r>
              <a:rPr lang="hu-HU" dirty="0"/>
              <a:t>		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33EA47B-0858-4233-9412-A5AEC4E29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184" y="2589206"/>
            <a:ext cx="5466291" cy="310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78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BAC066-F780-46FE-BCC4-1DF827716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program működése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8EE982-DFB5-4FD1-BE55-466694037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3600"/>
              </a:spcAft>
              <a:buNone/>
            </a:pPr>
            <a:r>
              <a:rPr lang="hu-HU" dirty="0"/>
              <a:t>A felhasználó egy menüből választhatja ki, hogy milyen műveletet szeretne végrehajtani:</a:t>
            </a:r>
          </a:p>
          <a:p>
            <a:pPr lvl="1"/>
            <a:r>
              <a:rPr lang="hu-HU" dirty="0">
                <a:effectLst/>
              </a:rPr>
              <a:t>Összes könyv kilistázása</a:t>
            </a:r>
          </a:p>
          <a:p>
            <a:pPr lvl="1"/>
            <a:r>
              <a:rPr lang="hu-HU" dirty="0">
                <a:effectLst/>
              </a:rPr>
              <a:t>Kölcsönözhető könyvek megjelenítése</a:t>
            </a:r>
          </a:p>
          <a:p>
            <a:pPr lvl="1"/>
            <a:r>
              <a:rPr lang="hu-HU" dirty="0">
                <a:effectLst/>
              </a:rPr>
              <a:t>Keresés műfaj szerint</a:t>
            </a:r>
          </a:p>
          <a:p>
            <a:pPr lvl="1"/>
            <a:r>
              <a:rPr lang="hu-HU" dirty="0">
                <a:effectLst/>
              </a:rPr>
              <a:t>2000 utáni könyvek megjelenítése</a:t>
            </a:r>
          </a:p>
          <a:p>
            <a:pPr lvl="1"/>
            <a:r>
              <a:rPr lang="hu-HU" dirty="0">
                <a:effectLst/>
              </a:rPr>
              <a:t>Kilépés a programból</a:t>
            </a:r>
          </a:p>
          <a:p>
            <a:pPr lvl="1"/>
            <a:endParaRPr lang="hu-HU" sz="20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2C63425-95C1-470D-A745-341B1A13B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355" y="2807691"/>
            <a:ext cx="5316201" cy="227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F0298E-EB8F-46BE-950F-CEF4AD94C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program felépítése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11D046B-51E1-41A0-9C23-8345D9662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462" y="2244228"/>
            <a:ext cx="4055020" cy="3695136"/>
          </a:xfrm>
        </p:spPr>
        <p:txBody>
          <a:bodyPr/>
          <a:lstStyle/>
          <a:p>
            <a:r>
              <a:rPr lang="hu-HU" dirty="0"/>
              <a:t>Main.java: </a:t>
            </a:r>
            <a:r>
              <a:rPr lang="hu-HU" dirty="0">
                <a:effectLst/>
              </a:rPr>
              <a:t>az adatok beolvasása, menü kezelése és a műveletek végrehajtása. A könyveket </a:t>
            </a:r>
            <a:r>
              <a:rPr lang="hu-HU" dirty="0" err="1">
                <a:effectLst/>
              </a:rPr>
              <a:t>Stream</a:t>
            </a:r>
            <a:r>
              <a:rPr lang="hu-HU" dirty="0">
                <a:effectLst/>
              </a:rPr>
              <a:t> API segítségével szűrtük.</a:t>
            </a:r>
          </a:p>
          <a:p>
            <a:endParaRPr lang="hu-HU" dirty="0">
              <a:effectLst/>
            </a:endParaRPr>
          </a:p>
          <a:p>
            <a:r>
              <a:rPr lang="hu-HU" dirty="0">
                <a:effectLst/>
              </a:rPr>
              <a:t>Konyv.java: a könyvek adatainak tárolása</a:t>
            </a:r>
          </a:p>
          <a:p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889FA038-3BCE-495C-9F5D-64DA50F0C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983" y="2017218"/>
            <a:ext cx="6909295" cy="423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62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D3C7C3-D942-42EB-907C-36B89F99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Nehézségek a fejlesztés során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5B9F6EF-A55A-4DE7-888B-7668985F3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717166"/>
            <a:ext cx="6116733" cy="3695136"/>
          </a:xfrm>
        </p:spPr>
        <p:txBody>
          <a:bodyPr/>
          <a:lstStyle/>
          <a:p>
            <a:r>
              <a:rPr lang="hu-HU" dirty="0">
                <a:effectLst/>
              </a:rPr>
              <a:t>A szöveges fájl megfelelő feldolgozása.</a:t>
            </a:r>
          </a:p>
          <a:p>
            <a:r>
              <a:rPr lang="hu-HU" dirty="0">
                <a:effectLst/>
              </a:rPr>
              <a:t>Az adatok szétválasztása és a megfelelő típusokra alakítása.</a:t>
            </a:r>
          </a:p>
          <a:p>
            <a:r>
              <a:rPr lang="hu-HU" dirty="0">
                <a:effectLst/>
              </a:rPr>
              <a:t>A műfaj szerinti keresés megvalósítása.</a:t>
            </a:r>
          </a:p>
          <a:p>
            <a:r>
              <a:rPr lang="hu-HU" dirty="0">
                <a:effectLst/>
              </a:rPr>
              <a:t>A hibás menüpontok és a hiányzó fájl kezelése.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D9DB954-4734-48D5-AE8A-F0A9FE2E4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301" y="2441711"/>
            <a:ext cx="4544943" cy="369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488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FD6A2E-5715-4EE7-95EE-2F839991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Mit tanultunk a projektből?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F0CD481-A556-4744-933D-4D8721B34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484252"/>
            <a:ext cx="5390093" cy="3695136"/>
          </a:xfrm>
        </p:spPr>
        <p:txBody>
          <a:bodyPr/>
          <a:lstStyle/>
          <a:p>
            <a:r>
              <a:rPr lang="hu-HU" dirty="0">
                <a:effectLst/>
              </a:rPr>
              <a:t>Osztályok és objektumok használata.</a:t>
            </a:r>
          </a:p>
          <a:p>
            <a:r>
              <a:rPr lang="hu-HU" dirty="0">
                <a:effectLst/>
              </a:rPr>
              <a:t>Fájlok beolvasása Java nyelven.</a:t>
            </a:r>
          </a:p>
          <a:p>
            <a:r>
              <a:rPr lang="hu-HU" dirty="0">
                <a:effectLst/>
              </a:rPr>
              <a:t>Listák kezelése </a:t>
            </a:r>
            <a:r>
              <a:rPr lang="hu-HU" dirty="0" err="1">
                <a:effectLst/>
              </a:rPr>
              <a:t>ArrayList</a:t>
            </a:r>
            <a:r>
              <a:rPr lang="hu-HU" dirty="0">
                <a:effectLst/>
              </a:rPr>
              <a:t> segítségével.</a:t>
            </a:r>
          </a:p>
          <a:p>
            <a:r>
              <a:rPr lang="hu-HU" dirty="0">
                <a:effectLst/>
              </a:rPr>
              <a:t>Lambda-kifejezések és </a:t>
            </a:r>
            <a:r>
              <a:rPr lang="hu-HU" dirty="0" err="1">
                <a:effectLst/>
              </a:rPr>
              <a:t>Stream</a:t>
            </a:r>
            <a:r>
              <a:rPr lang="hu-HU" dirty="0">
                <a:effectLst/>
              </a:rPr>
              <a:t> API használata.</a:t>
            </a:r>
          </a:p>
          <a:p>
            <a:r>
              <a:rPr lang="hu-HU" dirty="0">
                <a:effectLst/>
              </a:rPr>
              <a:t>Feltételek, ciklusok és kivételkezelés alkalmazása.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E3F9A0C-54FF-45BB-B0D0-459C90921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016" y="2484252"/>
            <a:ext cx="4789155" cy="31956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47566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A7BF85-1B9B-4089-986F-79853B2D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Továbbfejlesztési lehetőségek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C4A994F-CE65-466C-AB75-DAEA9B2B7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484253"/>
            <a:ext cx="4926288" cy="3695136"/>
          </a:xfrm>
        </p:spPr>
        <p:txBody>
          <a:bodyPr/>
          <a:lstStyle/>
          <a:p>
            <a:r>
              <a:rPr lang="hu-HU" dirty="0">
                <a:effectLst/>
              </a:rPr>
              <a:t>Könyvek hozzáadása és törlése.</a:t>
            </a:r>
          </a:p>
          <a:p>
            <a:r>
              <a:rPr lang="hu-HU" dirty="0">
                <a:effectLst/>
              </a:rPr>
              <a:t>Kölcsönzés és visszavétel kezelése.</a:t>
            </a:r>
          </a:p>
          <a:p>
            <a:r>
              <a:rPr lang="hu-HU" dirty="0">
                <a:effectLst/>
              </a:rPr>
              <a:t>Keresés cím és szerző alapján.</a:t>
            </a:r>
          </a:p>
          <a:p>
            <a:r>
              <a:rPr lang="hu-HU" dirty="0">
                <a:effectLst/>
              </a:rPr>
              <a:t>Az adatok módosítása és fájlba mentése.</a:t>
            </a:r>
          </a:p>
          <a:p>
            <a:r>
              <a:rPr lang="hu-HU" dirty="0">
                <a:effectLst/>
              </a:rPr>
              <a:t>Grafikus felhasználói felület készítése.</a:t>
            </a:r>
          </a:p>
          <a:p>
            <a:r>
              <a:rPr lang="hu-HU" dirty="0">
                <a:effectLst/>
              </a:rPr>
              <a:t>Adatbázis használata a szöveges fájl helyett.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15015FC-21AC-48FF-A02A-86C5E6BF0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919" y="2558242"/>
            <a:ext cx="4673084" cy="29540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610794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TM04033921[[fn=Damaszt]]</Template>
  <TotalTime>59</TotalTime>
  <Words>219</Words>
  <Application>Microsoft Office PowerPoint</Application>
  <PresentationFormat>Szélesvásznú</PresentationFormat>
  <Paragraphs>37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Rockwell</vt:lpstr>
      <vt:lpstr>Damask</vt:lpstr>
      <vt:lpstr>Java projekt</vt:lpstr>
      <vt:lpstr>A projekt célja</vt:lpstr>
      <vt:lpstr>A program működése</vt:lpstr>
      <vt:lpstr>A program felépítése</vt:lpstr>
      <vt:lpstr>Nehézségek a fejlesztés során</vt:lpstr>
      <vt:lpstr>Mit tanultunk a projektből?</vt:lpstr>
      <vt:lpstr>Továbbfejlesztési lehetőségek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projekt</dc:title>
  <dc:creator>User</dc:creator>
  <cp:lastModifiedBy>User</cp:lastModifiedBy>
  <cp:revision>21</cp:revision>
  <dcterms:created xsi:type="dcterms:W3CDTF">2026-10-09T10:40:15Z</dcterms:created>
  <dcterms:modified xsi:type="dcterms:W3CDTF">2026-10-09T11:39:59Z</dcterms:modified>
</cp:coreProperties>
</file>